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My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Here are some key points:</a:t>
            </a:r>
          </a:p>
          <a:p>
            <a:pPr lvl="1"/>
            <a:r>
              <a:t>• Easy to create presentations programmatically</a:t>
            </a:r>
          </a:p>
          <a:p>
            <a:pPr lvl="1"/>
            <a:r>
              <a:t>• Supports text, images, and shapes</a:t>
            </a:r>
          </a:p>
          <a:p>
            <a:pPr lvl="1"/>
            <a:r>
              <a:t>• Fully customizable formatting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presentation was created using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